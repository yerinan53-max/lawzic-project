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7bfde593544765" /><Relationship Type="http://schemas.openxmlformats.org/officeDocument/2006/relationships/extended-properties" Target="/docProps/app.xml" Id="R65586cd955014e10" /><Relationship Type="http://schemas.openxmlformats.org/officeDocument/2006/relationships/officeDocument" Target="/ppt/presentation.xml" Id="Rf719eaf36f4a4d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c4f5806ffa4f1a"/>
  </p:sldMasterIdLst>
  <p:notesMasterIdLst>
    <p:notesMasterId xmlns:r="http://schemas.openxmlformats.org/officeDocument/2006/relationships" r:id="Ra52f5065bd3e4580"/>
  </p:notesMasterIdLst>
  <p:sldIdLst>
    <p:sldId xmlns:r="http://schemas.openxmlformats.org/officeDocument/2006/relationships" id="256" r:id="Rf1466685ca7d48b9"/>
    <p:sldId xmlns:r="http://schemas.openxmlformats.org/officeDocument/2006/relationships" id="257" r:id="R754525b5b46e4f1e"/>
    <p:sldId xmlns:r="http://schemas.openxmlformats.org/officeDocument/2006/relationships" id="258" r:id="Raa7eb9ddc8ad4596"/>
    <p:sldId xmlns:r="http://schemas.openxmlformats.org/officeDocument/2006/relationships" id="259" r:id="Rc7ac2afddcf94715"/>
    <p:sldId xmlns:r="http://schemas.openxmlformats.org/officeDocument/2006/relationships" id="260" r:id="Rd7d725b81e204af1"/>
    <p:sldId xmlns:r="http://schemas.openxmlformats.org/officeDocument/2006/relationships" id="261" r:id="R56a2efd1db434579"/>
    <p:sldId xmlns:r="http://schemas.openxmlformats.org/officeDocument/2006/relationships" id="262" r:id="R1f31f488f89f4b04"/>
    <p:sldId xmlns:r="http://schemas.openxmlformats.org/officeDocument/2006/relationships" id="263" r:id="R7fada2f4bc4445f5"/>
    <p:sldId xmlns:r="http://schemas.openxmlformats.org/officeDocument/2006/relationships" id="264" r:id="R34487c9229674d10"/>
    <p:sldId xmlns:r="http://schemas.openxmlformats.org/officeDocument/2006/relationships" id="265" r:id="R077dd17eb9824be9"/>
    <p:sldId xmlns:r="http://schemas.openxmlformats.org/officeDocument/2006/relationships" id="266" r:id="Rf9066b8925444e96"/>
    <p:sldId xmlns:r="http://schemas.openxmlformats.org/officeDocument/2006/relationships" id="267" r:id="R3d0331857c44440e"/>
    <p:sldId xmlns:r="http://schemas.openxmlformats.org/officeDocument/2006/relationships" id="268" r:id="R62f8770e8ccc48ce"/>
    <p:sldId xmlns:r="http://schemas.openxmlformats.org/officeDocument/2006/relationships" id="269" r:id="R16edd6ff987d471c"/>
    <p:sldId xmlns:r="http://schemas.openxmlformats.org/officeDocument/2006/relationships" id="270" r:id="R94be8294db00462b"/>
    <p:sldId xmlns:r="http://schemas.openxmlformats.org/officeDocument/2006/relationships" id="271" r:id="R51ba4bb534f044e2"/>
    <p:sldId xmlns:r="http://schemas.openxmlformats.org/officeDocument/2006/relationships" id="272" r:id="R12e2ed6f08c34999"/>
    <p:sldId xmlns:r="http://schemas.openxmlformats.org/officeDocument/2006/relationships" id="273" r:id="Rf92d3c7a25be4327"/>
    <p:sldId xmlns:r="http://schemas.openxmlformats.org/officeDocument/2006/relationships" id="274" r:id="R04050e2866fc4e2a"/>
    <p:sldId xmlns:r="http://schemas.openxmlformats.org/officeDocument/2006/relationships" id="275" r:id="R992e532937814cdd"/>
    <p:sldId xmlns:r="http://schemas.openxmlformats.org/officeDocument/2006/relationships" id="276" r:id="Rb6e46fc0cdbd4750"/>
    <p:sldId xmlns:r="http://schemas.openxmlformats.org/officeDocument/2006/relationships" id="277" r:id="R3b32a0d952f24473"/>
    <p:sldId xmlns:r="http://schemas.openxmlformats.org/officeDocument/2006/relationships" id="278" r:id="R4802f35091ed4640"/>
    <p:sldId xmlns:r="http://schemas.openxmlformats.org/officeDocument/2006/relationships" id="279" r:id="Re8c1c750e5924522"/>
    <p:sldId xmlns:r="http://schemas.openxmlformats.org/officeDocument/2006/relationships" id="280" r:id="R7ce29eb94b1a4102"/>
    <p:sldId xmlns:r="http://schemas.openxmlformats.org/officeDocument/2006/relationships" id="281" r:id="R7106a08006474dc0"/>
    <p:sldId xmlns:r="http://schemas.openxmlformats.org/officeDocument/2006/relationships" id="282" r:id="R0eecf1bc39b747b2"/>
    <p:sldId xmlns:r="http://schemas.openxmlformats.org/officeDocument/2006/relationships" id="283" r:id="Rd6d27dd702064b49"/>
    <p:sldId xmlns:r="http://schemas.openxmlformats.org/officeDocument/2006/relationships" id="284" r:id="Rcd7beccfb9d045f9"/>
    <p:sldId xmlns:r="http://schemas.openxmlformats.org/officeDocument/2006/relationships" id="285" r:id="R5c527c09ec3e4f91"/>
    <p:sldId xmlns:r="http://schemas.openxmlformats.org/officeDocument/2006/relationships" id="286" r:id="Rcf4d4bac2aab4cf1"/>
    <p:sldId xmlns:r="http://schemas.openxmlformats.org/officeDocument/2006/relationships" id="287" r:id="Rbd98225e87ce4a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229cd87efd4056" /><Relationship Type="http://schemas.openxmlformats.org/officeDocument/2006/relationships/slideMaster" Target="/ppt/slideMasters/slideMaster1.xml" Id="Rd9c4f5806ffa4f1a" /><Relationship Type="http://schemas.openxmlformats.org/officeDocument/2006/relationships/notesMaster" Target="/ppt/notesMasters/notesMaster1.xml" Id="Ra52f5065bd3e4580" /><Relationship Type="http://schemas.openxmlformats.org/officeDocument/2006/relationships/presProps" Target="/ppt/presProps.xml" Id="Rd4afa9138c4b4b44" /><Relationship Type="http://schemas.openxmlformats.org/officeDocument/2006/relationships/tableStyles" Target="/ppt/tableStyles.xml" Id="R5c300ab9c3ce4a0e" /><Relationship Type="http://schemas.openxmlformats.org/officeDocument/2006/relationships/slide" Target="/ppt/slides/slide1.xml" Id="Rf1466685ca7d48b9" /><Relationship Type="http://schemas.openxmlformats.org/officeDocument/2006/relationships/slide" Target="/ppt/slides/slide2.xml" Id="R754525b5b46e4f1e" /><Relationship Type="http://schemas.openxmlformats.org/officeDocument/2006/relationships/slide" Target="/ppt/slides/slide3.xml" Id="Raa7eb9ddc8ad4596" /><Relationship Type="http://schemas.openxmlformats.org/officeDocument/2006/relationships/slide" Target="/ppt/slides/slide4.xml" Id="Rc7ac2afddcf94715" /><Relationship Type="http://schemas.openxmlformats.org/officeDocument/2006/relationships/slide" Target="/ppt/slides/slide5.xml" Id="Rd7d725b81e204af1" /><Relationship Type="http://schemas.openxmlformats.org/officeDocument/2006/relationships/slide" Target="/ppt/slides/slide6.xml" Id="R56a2efd1db434579" /><Relationship Type="http://schemas.openxmlformats.org/officeDocument/2006/relationships/slide" Target="/ppt/slides/slide7.xml" Id="R1f31f488f89f4b04" /><Relationship Type="http://schemas.openxmlformats.org/officeDocument/2006/relationships/slide" Target="/ppt/slides/slide8.xml" Id="R7fada2f4bc4445f5" /><Relationship Type="http://schemas.openxmlformats.org/officeDocument/2006/relationships/slide" Target="/ppt/slides/slide9.xml" Id="R34487c9229674d10" /><Relationship Type="http://schemas.openxmlformats.org/officeDocument/2006/relationships/slide" Target="/ppt/slides/slide10.xml" Id="R077dd17eb9824be9" /><Relationship Type="http://schemas.openxmlformats.org/officeDocument/2006/relationships/slide" Target="/ppt/slides/slide11.xml" Id="Rf9066b8925444e96" /><Relationship Type="http://schemas.openxmlformats.org/officeDocument/2006/relationships/slide" Target="/ppt/slides/slide12.xml" Id="R3d0331857c44440e" /><Relationship Type="http://schemas.openxmlformats.org/officeDocument/2006/relationships/slide" Target="/ppt/slides/slide13.xml" Id="R62f8770e8ccc48ce" /><Relationship Type="http://schemas.openxmlformats.org/officeDocument/2006/relationships/slide" Target="/ppt/slides/slide14.xml" Id="R16edd6ff987d471c" /><Relationship Type="http://schemas.openxmlformats.org/officeDocument/2006/relationships/slide" Target="/ppt/slides/slide15.xml" Id="R94be8294db00462b" /><Relationship Type="http://schemas.openxmlformats.org/officeDocument/2006/relationships/slide" Target="/ppt/slides/slide16.xml" Id="R51ba4bb534f044e2" /><Relationship Type="http://schemas.openxmlformats.org/officeDocument/2006/relationships/slide" Target="/ppt/slides/slide17.xml" Id="R12e2ed6f08c34999" /><Relationship Type="http://schemas.openxmlformats.org/officeDocument/2006/relationships/slide" Target="/ppt/slides/slide18.xml" Id="Rf92d3c7a25be4327" /><Relationship Type="http://schemas.openxmlformats.org/officeDocument/2006/relationships/slide" Target="/ppt/slides/slide19.xml" Id="R04050e2866fc4e2a" /><Relationship Type="http://schemas.openxmlformats.org/officeDocument/2006/relationships/slide" Target="/ppt/slides/slide20.xml" Id="R992e532937814cdd" /><Relationship Type="http://schemas.openxmlformats.org/officeDocument/2006/relationships/slide" Target="/ppt/slides/slide21.xml" Id="Rb6e46fc0cdbd4750" /><Relationship Type="http://schemas.openxmlformats.org/officeDocument/2006/relationships/slide" Target="/ppt/slides/slide22.xml" Id="R3b32a0d952f24473" /><Relationship Type="http://schemas.openxmlformats.org/officeDocument/2006/relationships/slide" Target="/ppt/slides/slide23.xml" Id="R4802f35091ed4640" /><Relationship Type="http://schemas.openxmlformats.org/officeDocument/2006/relationships/slide" Target="/ppt/slides/slide24.xml" Id="Re8c1c750e5924522" /><Relationship Type="http://schemas.openxmlformats.org/officeDocument/2006/relationships/slide" Target="/ppt/slides/slide25.xml" Id="R7ce29eb94b1a4102" /><Relationship Type="http://schemas.openxmlformats.org/officeDocument/2006/relationships/slide" Target="/ppt/slides/slide26.xml" Id="R7106a08006474dc0" /><Relationship Type="http://schemas.openxmlformats.org/officeDocument/2006/relationships/slide" Target="/ppt/slides/slide27.xml" Id="R0eecf1bc39b747b2" /><Relationship Type="http://schemas.openxmlformats.org/officeDocument/2006/relationships/slide" Target="/ppt/slides/slide28.xml" Id="Rd6d27dd702064b49" /><Relationship Type="http://schemas.openxmlformats.org/officeDocument/2006/relationships/slide" Target="/ppt/slides/slide29.xml" Id="Rcd7beccfb9d045f9" /><Relationship Type="http://schemas.openxmlformats.org/officeDocument/2006/relationships/slide" Target="/ppt/slides/slide30.xml" Id="R5c527c09ec3e4f91" /><Relationship Type="http://schemas.openxmlformats.org/officeDocument/2006/relationships/slide" Target="/ppt/slides/slide31.xml" Id="Rcf4d4bac2aab4cf1" /><Relationship Type="http://schemas.openxmlformats.org/officeDocument/2006/relationships/slide" Target="/ppt/slides/slide32.xml" Id="Rbd98225e87ce4a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a3ee912734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0d6b5a0fcc48fe" /><Relationship Type="http://schemas.openxmlformats.org/officeDocument/2006/relationships/notesMaster" Target="/ppt/notesMasters/notesMaster1.xml" Id="R6322e526227f4e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38152305f24408" /><Relationship Type="http://schemas.openxmlformats.org/officeDocument/2006/relationships/notesMaster" Target="/ppt/notesMasters/notesMaster1.xml" Id="R7040b6b374ea48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b7b1a3727848ab" /><Relationship Type="http://schemas.openxmlformats.org/officeDocument/2006/relationships/notesMaster" Target="/ppt/notesMasters/notesMaster1.xml" Id="R5c6cc342e2ef41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53c0720ff149e1" /><Relationship Type="http://schemas.openxmlformats.org/officeDocument/2006/relationships/notesMaster" Target="/ppt/notesMasters/notesMaster1.xml" Id="R80da71ae9f7940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e4060debae4486" /><Relationship Type="http://schemas.openxmlformats.org/officeDocument/2006/relationships/notesMaster" Target="/ppt/notesMasters/notesMaster1.xml" Id="R564df699742e4f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f7db6fe79f4ca3" /><Relationship Type="http://schemas.openxmlformats.org/officeDocument/2006/relationships/notesMaster" Target="/ppt/notesMasters/notesMaster1.xml" Id="R8716ebdea93d49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3c9b14cee74512" /><Relationship Type="http://schemas.openxmlformats.org/officeDocument/2006/relationships/notesMaster" Target="/ppt/notesMasters/notesMaster1.xml" Id="Rddd621462e154d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13747e9d98438b" /><Relationship Type="http://schemas.openxmlformats.org/officeDocument/2006/relationships/notesMaster" Target="/ppt/notesMasters/notesMaster1.xml" Id="R0bc79b4e9f9a46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403396aa774eca" /><Relationship Type="http://schemas.openxmlformats.org/officeDocument/2006/relationships/notesMaster" Target="/ppt/notesMasters/notesMaster1.xml" Id="R98b06360592e45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26f44954cd4ea9" /><Relationship Type="http://schemas.openxmlformats.org/officeDocument/2006/relationships/notesMaster" Target="/ppt/notesMasters/notesMaster1.xml" Id="Ra2c0cd0f15ec46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445d5ef0394350" /><Relationship Type="http://schemas.openxmlformats.org/officeDocument/2006/relationships/notesMaster" Target="/ppt/notesMasters/notesMaster1.xml" Id="R5c9450d8358649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270277b34c458a" /><Relationship Type="http://schemas.openxmlformats.org/officeDocument/2006/relationships/notesMaster" Target="/ppt/notesMasters/notesMaster1.xml" Id="Rf90aca083d124a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c4f53e640d4c87" /><Relationship Type="http://schemas.openxmlformats.org/officeDocument/2006/relationships/notesMaster" Target="/ppt/notesMasters/notesMaster1.xml" Id="R84212fd6b76d4a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cd37584b874aee" /><Relationship Type="http://schemas.openxmlformats.org/officeDocument/2006/relationships/notesMaster" Target="/ppt/notesMasters/notesMaster1.xml" Id="Rbc39e7aef1b54b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40d92cd41a492a" /><Relationship Type="http://schemas.openxmlformats.org/officeDocument/2006/relationships/notesMaster" Target="/ppt/notesMasters/notesMaster1.xml" Id="Rdeeafa23077a49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51923b867740a8" /><Relationship Type="http://schemas.openxmlformats.org/officeDocument/2006/relationships/notesMaster" Target="/ppt/notesMasters/notesMaster1.xml" Id="Re94bd29cbcdb46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072577b5bd496f" /><Relationship Type="http://schemas.openxmlformats.org/officeDocument/2006/relationships/notesMaster" Target="/ppt/notesMasters/notesMaster1.xml" Id="R9ad19077cd1e43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3d01ad22fd4eeb" /><Relationship Type="http://schemas.openxmlformats.org/officeDocument/2006/relationships/notesMaster" Target="/ppt/notesMasters/notesMaster1.xml" Id="R455bce2ac6eb43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2eaa60b86a4c50" /><Relationship Type="http://schemas.openxmlformats.org/officeDocument/2006/relationships/notesMaster" Target="/ppt/notesMasters/notesMaster1.xml" Id="Rfc867888ed8d40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22e35c5bc8452b" /><Relationship Type="http://schemas.openxmlformats.org/officeDocument/2006/relationships/notesMaster" Target="/ppt/notesMasters/notesMaster1.xml" Id="R01228f0b603f4fd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6c71b054fb41c4" /><Relationship Type="http://schemas.openxmlformats.org/officeDocument/2006/relationships/notesMaster" Target="/ppt/notesMasters/notesMaster1.xml" Id="Rde4bd1c5dc6d45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7b52de4fbc4469" /><Relationship Type="http://schemas.openxmlformats.org/officeDocument/2006/relationships/notesMaster" Target="/ppt/notesMasters/notesMaster1.xml" Id="Rd5654a596d854c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da5206337d4e41" /><Relationship Type="http://schemas.openxmlformats.org/officeDocument/2006/relationships/notesMaster" Target="/ppt/notesMasters/notesMaster1.xml" Id="R41238f99b0ba408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dd7bd68ee07443b" /><Relationship Type="http://schemas.openxmlformats.org/officeDocument/2006/relationships/notesMaster" Target="/ppt/notesMasters/notesMaster1.xml" Id="R8b1436942cba47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e4e538bad70440f" /><Relationship Type="http://schemas.openxmlformats.org/officeDocument/2006/relationships/notesMaster" Target="/ppt/notesMasters/notesMaster1.xml" Id="R3c4a46f7eb824df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8e6050e4a5b4c20" /><Relationship Type="http://schemas.openxmlformats.org/officeDocument/2006/relationships/notesMaster" Target="/ppt/notesMasters/notesMaster1.xml" Id="R1ffa22f089ba4e3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9264927d7184ab2" /><Relationship Type="http://schemas.openxmlformats.org/officeDocument/2006/relationships/notesMaster" Target="/ppt/notesMasters/notesMaster1.xml" Id="R0ef66dacf2f74e0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6805c384caf4272" /><Relationship Type="http://schemas.openxmlformats.org/officeDocument/2006/relationships/notesMaster" Target="/ppt/notesMasters/notesMaster1.xml" Id="Re812166a875742e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bfaf22794c84c91" /><Relationship Type="http://schemas.openxmlformats.org/officeDocument/2006/relationships/notesMaster" Target="/ppt/notesMasters/notesMaster1.xml" Id="Rfef8b18a520247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762020cbaf46fa" /><Relationship Type="http://schemas.openxmlformats.org/officeDocument/2006/relationships/notesMaster" Target="/ppt/notesMasters/notesMaster1.xml" Id="R93e7b0350cd24a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ceb4b27cc94345" /><Relationship Type="http://schemas.openxmlformats.org/officeDocument/2006/relationships/notesMaster" Target="/ppt/notesMasters/notesMaster1.xml" Id="R910b257795c4447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18c8555f2764763" /><Relationship Type="http://schemas.openxmlformats.org/officeDocument/2006/relationships/notesMaster" Target="/ppt/notesMasters/notesMaster1.xml" Id="R639ee733edc3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frontend/src/App.jsx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docs/DESIGN.md</a:t>
            </a:r>
          </a:p>
          <a:p xmlns:a="http://schemas.openxmlformats.org/drawingml/2006/main">
            <a:r>
              <a:t>- backend/src/main/java/com/lawzic/api/common/GlobalExceptionHandler.java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backend/src/main/java/com/lawzic/api/auth/AuthController.java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backend/src/main/java/com/lawzic/api/contract/ContractController.java</a:t>
            </a:r>
          </a:p>
          <a:p xmlns:a="http://schemas.openxmlformats.org/drawingml/2006/main">
            <a:r>
              <a:t>- backend/src/main/java/com/lawzic/api/analysis/AnalysisController.java</a:t>
            </a:r>
          </a:p>
          <a:p xmlns:a="http://schemas.openxmlformats.org/drawingml/2006/main">
            <a:r>
              <a:t>- backend/src/main/java/com/lawzic/api/analysis/LegalConsultationController.java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backend/src/main/java/com/lawzic/api/analysis/AnalysisController.java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ai/app/agent.py</a:t>
            </a:r>
          </a:p>
          <a:p xmlns:a="http://schemas.openxmlformats.org/drawingml/2006/main">
            <a:r>
              <a:t>- ai/app/analyzer.py</a:t>
            </a:r>
          </a:p>
          <a:p xmlns:a="http://schemas.openxmlformats.org/drawingml/2006/main">
            <a:r>
              <a:t>- backend/src/main/java/com/lawzic/api/analysis/AnalysisService.java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ai/app/legal_consultation.py</a:t>
            </a:r>
          </a:p>
          <a:p xmlns:a="http://schemas.openxmlformats.org/drawingml/2006/main">
            <a:r>
              <a:t>- ai/app/rag/service.py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frontend/src/pages/HomePage.jsx</a:t>
            </a:r>
          </a:p>
          <a:p xmlns:a="http://schemas.openxmlformats.org/drawingml/2006/main">
            <a:r>
              <a:t>- frontend/src/pages/LoginPage.jsx</a:t>
            </a:r>
          </a:p>
          <a:p xmlns:a="http://schemas.openxmlformats.org/drawingml/2006/main">
            <a:r>
              <a:t>- frontend/src/pages/SignupPage.jsx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frontend/src/pages/ContractWorkspacePage.jsx</a:t>
            </a:r>
          </a:p>
          <a:p xmlns:a="http://schemas.openxmlformats.org/drawingml/2006/main">
            <a:r>
              <a:t>- frontend/src/pages/ContractAnalysisPage.jsx</a:t>
            </a:r>
          </a:p>
          <a:p xmlns:a="http://schemas.openxmlformats.org/drawingml/2006/main">
            <a:r>
              <a:t>- frontend/src/hooks/useContractWorkspace.js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frontend/src/pages/LegalConsultationPage.jsx</a:t>
            </a:r>
          </a:p>
          <a:p xmlns:a="http://schemas.openxmlformats.org/drawingml/2006/main">
            <a:r>
              <a:t>- frontend/src/pages/MyPage.jsx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backend/src/main/java/com/lawzic/api/user/User.java</a:t>
            </a:r>
          </a:p>
          <a:p xmlns:a="http://schemas.openxmlformats.org/drawingml/2006/main">
            <a:r>
              <a:t>- backend/src/main/java/com/lawzic/api/contract/Contract.java</a:t>
            </a:r>
          </a:p>
          <a:p xmlns:a="http://schemas.openxmlformats.org/drawingml/2006/main">
            <a:r>
              <a:t>- backend/src/main/java/com/lawzic/api/analysis/AnalysisResult.java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backend/src/main/java/com/lawzic/api/** entity classes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35db1607445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a502efe7af4cea" /><Relationship Type="http://schemas.openxmlformats.org/officeDocument/2006/relationships/slideLayout" Target="/ppt/slideLayouts/slideLayout1.xml" Id="R085cee417e3a4c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5cee417e3a4c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e64ca33334a4c" /><Relationship Type="http://schemas.openxmlformats.org/officeDocument/2006/relationships/notesSlide" Target="/ppt/notesSlides/notesSlide1.xml" Id="Rabd4f55760c744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9eec844a24fae" /><Relationship Type="http://schemas.openxmlformats.org/officeDocument/2006/relationships/notesSlide" Target="/ppt/notesSlides/notesSlide2.xml" Id="R0b53a6bf0fec4a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16540ef444a49" /><Relationship Type="http://schemas.openxmlformats.org/officeDocument/2006/relationships/notesSlide" Target="/ppt/notesSlides/notesSlide3.xml" Id="R8fae035f179944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467d0d18a485d" /><Relationship Type="http://schemas.openxmlformats.org/officeDocument/2006/relationships/notesSlide" Target="/ppt/notesSlides/notesSlide4.xml" Id="R3435d41f1e184e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e606bff4e4dd6" /><Relationship Type="http://schemas.openxmlformats.org/officeDocument/2006/relationships/notesSlide" Target="/ppt/notesSlides/notesSlide5.xml" Id="Rd50b793253e445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41a56524b4348" /><Relationship Type="http://schemas.openxmlformats.org/officeDocument/2006/relationships/notesSlide" Target="/ppt/notesSlides/notesSlide6.xml" Id="Rd1f9ef70695440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d9d1a8b12424c" /><Relationship Type="http://schemas.openxmlformats.org/officeDocument/2006/relationships/notesSlide" Target="/ppt/notesSlides/notesSlide7.xml" Id="Rb2783954bf0141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dd92d43f146b6" /><Relationship Type="http://schemas.openxmlformats.org/officeDocument/2006/relationships/notesSlide" Target="/ppt/notesSlides/notesSlide8.xml" Id="R7cf92666a14f47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46c0bb5304cb3" /><Relationship Type="http://schemas.openxmlformats.org/officeDocument/2006/relationships/notesSlide" Target="/ppt/notesSlides/notesSlide9.xml" Id="Rfcdf8cd0fb7b4b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16550b9d447f6" /><Relationship Type="http://schemas.openxmlformats.org/officeDocument/2006/relationships/notesSlide" Target="/ppt/notesSlides/notesSlide10.xml" Id="R2e274cc1a92f48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d8bb6ae034d86" /><Relationship Type="http://schemas.openxmlformats.org/officeDocument/2006/relationships/notesSlide" Target="/ppt/notesSlides/notesSlide11.xml" Id="R1200c2498d6b43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775f153d94cc6" /><Relationship Type="http://schemas.openxmlformats.org/officeDocument/2006/relationships/notesSlide" Target="/ppt/notesSlides/notesSlide12.xml" Id="R5381ff03b0cb48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c3a5bf96e4ad1" /><Relationship Type="http://schemas.openxmlformats.org/officeDocument/2006/relationships/notesSlide" Target="/ppt/notesSlides/notesSlide13.xml" Id="R5d999549d29449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94de24fcf4140" /><Relationship Type="http://schemas.openxmlformats.org/officeDocument/2006/relationships/notesSlide" Target="/ppt/notesSlides/notesSlide14.xml" Id="R05870cb15ab046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4a864cdf5482a" /><Relationship Type="http://schemas.openxmlformats.org/officeDocument/2006/relationships/notesSlide" Target="/ppt/notesSlides/notesSlide15.xml" Id="R15d7b051b34b49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f9531084c4b61" /><Relationship Type="http://schemas.openxmlformats.org/officeDocument/2006/relationships/notesSlide" Target="/ppt/notesSlides/notesSlide16.xml" Id="R236fe62e65d549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1dc728d3a4cf5" /><Relationship Type="http://schemas.openxmlformats.org/officeDocument/2006/relationships/notesSlide" Target="/ppt/notesSlides/notesSlide17.xml" Id="R1aef5eb30a8a4d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e675b7b954d0f" /><Relationship Type="http://schemas.openxmlformats.org/officeDocument/2006/relationships/notesSlide" Target="/ppt/notesSlides/notesSlide18.xml" Id="R24989442812d41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90442ffab4188" /><Relationship Type="http://schemas.openxmlformats.org/officeDocument/2006/relationships/notesSlide" Target="/ppt/notesSlides/notesSlide19.xml" Id="Ra762fa543b784c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5c06352f347ac" /><Relationship Type="http://schemas.openxmlformats.org/officeDocument/2006/relationships/notesSlide" Target="/ppt/notesSlides/notesSlide20.xml" Id="Rfa52da97f55e43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3eb8be7904c28" /><Relationship Type="http://schemas.openxmlformats.org/officeDocument/2006/relationships/image" Target="/ppt/media/image.png" Id="Rce9722d09b564492" /><Relationship Type="http://schemas.openxmlformats.org/officeDocument/2006/relationships/notesSlide" Target="/ppt/notesSlides/notesSlide21.xml" Id="R4b9dbe79a5fd4e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ed6c60b5b4552" /><Relationship Type="http://schemas.openxmlformats.org/officeDocument/2006/relationships/notesSlide" Target="/ppt/notesSlides/notesSlide22.xml" Id="R722f74e04bf54f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f9fa51e784677" /><Relationship Type="http://schemas.openxmlformats.org/officeDocument/2006/relationships/image" Target="/ppt/media/image2.png" Id="R0815f35db3ee4126" /><Relationship Type="http://schemas.openxmlformats.org/officeDocument/2006/relationships/notesSlide" Target="/ppt/notesSlides/notesSlide23.xml" Id="R327f18ebe494440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dc3e812954d6a" /><Relationship Type="http://schemas.openxmlformats.org/officeDocument/2006/relationships/image" Target="/ppt/media/image3.png" Id="Re58ff7e2c77a4b2d" /><Relationship Type="http://schemas.openxmlformats.org/officeDocument/2006/relationships/notesSlide" Target="/ppt/notesSlides/notesSlide24.xml" Id="R9e09f55c3e4141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e7c5ed23e43ff" /><Relationship Type="http://schemas.openxmlformats.org/officeDocument/2006/relationships/notesSlide" Target="/ppt/notesSlides/notesSlide25.xml" Id="R779ea120b74141b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e0c5a7c824201" /><Relationship Type="http://schemas.openxmlformats.org/officeDocument/2006/relationships/notesSlide" Target="/ppt/notesSlides/notesSlide26.xml" Id="R423a865d9bad45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8f55c83f44319" /><Relationship Type="http://schemas.openxmlformats.org/officeDocument/2006/relationships/notesSlide" Target="/ppt/notesSlides/notesSlide27.xml" Id="R7a556323027b4b8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9067df8d04404" /><Relationship Type="http://schemas.openxmlformats.org/officeDocument/2006/relationships/notesSlide" Target="/ppt/notesSlides/notesSlide28.xml" Id="R9ced2958ff2246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1e18555eb487b" /><Relationship Type="http://schemas.openxmlformats.org/officeDocument/2006/relationships/notesSlide" Target="/ppt/notesSlides/notesSlide29.xml" Id="Rc35ec73c354d400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496f2b7c54ccf" /><Relationship Type="http://schemas.openxmlformats.org/officeDocument/2006/relationships/notesSlide" Target="/ppt/notesSlides/notesSlide30.xml" Id="Rd8933950d51d459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98217534f4945" /><Relationship Type="http://schemas.openxmlformats.org/officeDocument/2006/relationships/notesSlide" Target="/ppt/notesSlides/notesSlide31.xml" Id="R7f58eb11d7d6427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45ba789804217" /><Relationship Type="http://schemas.openxmlformats.org/officeDocument/2006/relationships/notesSlide" Target="/ppt/notesSlides/notesSlide32.xml" Id="R01fe1352828f48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81D48-EA75-401F-9EB4-439C9A1E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B6FA2-F1DF-43E9-9C6C-F11C54E2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프로젝트 착수보고서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1C194-6854-4B43-A658-7189C014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Agentic RAG 기반 근로계약서 위험조항 분석 서비스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552450" y="495300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2563E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91A6C-59F1-4115-A2EE-D748E5ED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KICK-OFF REPORT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63BCB-151C-4C04-9DEF-A57607EA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81625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기획 · 요구사항 · 시스템 설계 · 수행 계획</a:t>
            </a:r>
          </a:p>
        </p:txBody>
      </p:sp>
    </p:spTree>
    <p:extLst>
      <p:ext uri="{BB962C8B-B14F-4D97-AF65-F5344CB8AC3E}">
        <p14:creationId xmlns:p14="http://schemas.microsoft.com/office/powerpoint/2010/main" val="7105820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56A969-6160-4F2C-AB1C-5747D908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목차 Ⅰ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8FF07-4649-424E-9B38-CBDB01E9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7082D-CC19-49F2-A2E2-477726D0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1.1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571625" y="153352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D6443-C16F-48A8-B077-4841B7A9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620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프로젝트 주제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C4635-486B-4B4F-9268-1FE8D7F2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571625" y="21240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245F4-CD9E-428F-B998-40081E08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5262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서비스 배경 및 목적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2A6E4-7098-4D65-9128-9C256F4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1.3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571625" y="271462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B06A3-68EA-4D81-A0AB-320F9C4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431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서비스 핵심 기능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2A4D9-DD80-4803-AA85-AADFB73B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1.4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571625" y="33051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4B8EC-7049-42B5-992A-196BFAFB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3372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기대 효과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6D430-6A8B-4452-945E-1F3E5F90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2.1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571625" y="389572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679D2-2E67-4D67-9DE8-A0F0296C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242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정책 정의서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5D7E2-7A50-4E65-9610-3F136F47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2.2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571625" y="44862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A1352-C9CE-415B-9308-9158B1A4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요구사항 정의서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357FF-E2C4-4D94-AF31-105AA60F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2.3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571625" y="507682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4CFBD-39EF-4589-ABDF-8ADAE98F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기능 정의서</a:t>
            </a:r>
          </a:p>
        </p:txBody>
      </p:sp>
    </p:spTree>
    <p:extLst>
      <p:ext uri="{BB962C8B-B14F-4D97-AF65-F5344CB8AC3E}">
        <p14:creationId xmlns:p14="http://schemas.microsoft.com/office/powerpoint/2010/main" val="1981290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0B363C-EF20-4B2D-A340-91EF09A6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목차 Ⅱ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3C7FB-DA1B-4FA0-936D-D3967309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6A5A5-79C3-4A6D-B747-38E7E2A4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3.1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571625" y="14001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ABA8C-058A-45C6-8EF1-DA83DC8F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38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기술 스택 및 개발 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D6E62-8C9A-4404-B46F-03F6DDCF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3.2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571625" y="18954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C70FE-FEAE-4D9D-85C1-95F44A40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33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시스템 아키텍처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4620E-AA49-48F3-B770-EDEFC688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3.3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571625" y="23907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3FE4B-A243-4EE2-82E4-568E2C55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28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사용자 흐름도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213E2-AF22-4591-95AD-1DCF6C7F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3.4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571625" y="28860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2FF60-BC68-4953-BCAA-B74B8500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24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메뉴 구조도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F3A83-8192-40B6-ADFF-83A49C7D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3.5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571625" y="33813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059DB-ED7E-41A9-8B0D-A151968E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194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API 설계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8ACA4-4073-4B76-929F-5054765C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3.6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571625" y="38766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7F062-A528-4138-BA6B-63D6C48B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시스템 흐름도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52815-6A36-4F1F-9FAA-F9B81C12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3.7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571625" y="43719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347B3-39BD-4F45-B470-59E7FDD7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0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화면 설계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736FA-D896-4A21-A767-BA941E69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3.8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571625" y="48672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3A4C9-3CE2-487E-BB72-04DBBA6D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EDEA8-AF1E-43E9-8913-6DDC6D38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4.1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1571625" y="5362575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CA8F45-4332-4F92-A5C9-1E15906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전체 일정 계획</a:t>
            </a:r>
          </a:p>
        </p:txBody>
      </p:sp>
    </p:spTree>
    <p:extLst>
      <p:ext uri="{BB962C8B-B14F-4D97-AF65-F5344CB8AC3E}">
        <p14:creationId xmlns:p14="http://schemas.microsoft.com/office/powerpoint/2010/main" val="2794850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5DA10-03B0-4327-8925-7440ECAD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1.1 프로젝트 주제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DE4A6-390D-4234-B086-CE18E81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0DC2A-9740-41F3-A040-13DC77F3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A7247-9D83-4F75-84C2-7A2B597F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24125"/>
            <a:ext cx="647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근로계약서를 업로드하면 위험 조항과 법적 근거를 함께 제공하는 AI 분석 플랫폼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0B224-D556-46F9-BA92-1BDDDC78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3714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CF1FC-C97B-4372-A618-7F8B71B0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분석 대상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49C64-6EDB-43D1-9F7D-3DA6509A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근로계약서 PDF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7905750" y="30480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563EB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7D7DE-3878-4FA0-A3EF-DB7717B8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핵심 가치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EA076-34F4-4D0F-A468-3EAC67EB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위험 탐지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근거 제시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수정 방향</a:t>
            </a:r>
          </a:p>
        </p:txBody>
      </p:sp>
    </p:spTree>
    <p:extLst>
      <p:ext uri="{BB962C8B-B14F-4D97-AF65-F5344CB8AC3E}">
        <p14:creationId xmlns:p14="http://schemas.microsoft.com/office/powerpoint/2010/main" val="13482251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8BB7D-03C4-4A36-91C0-72CEB438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1.2 서비스 배경 및 목적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3095B-AD3F-4129-8A96-E72454D4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9660E-FCDF-475A-A95C-4297262E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서비스 배경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21145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7EEF3-B193-442D-BC7E-22511F76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3543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긴 계약서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어려운 법률 용어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분산된 법적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3654D-AAA4-4732-A3C7-2E4CBF8D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사용자 문제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324350" y="21145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25C60-9A1F-4CFB-BB2E-4CE49772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3543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조항 식별 부담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검토 비용과 시간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판단 근거 부족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D356D-834B-457B-AF52-43F362C7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개발 목적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153400" y="21145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FA327-1F40-4098-99EE-75D131CC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543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한 번으로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위험·출처·대체문구를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연결하여 제공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ABF23-838C-476C-A322-AE26AD7B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668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16620-0542-4F82-B684-21B8BD53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법률 자문을 대체하지 않고, 사용자가 계약 검토의 우선순위와 다음 행동을 결정하도록 지원</a:t>
            </a:r>
          </a:p>
        </p:txBody>
      </p:sp>
    </p:spTree>
    <p:extLst>
      <p:ext uri="{BB962C8B-B14F-4D97-AF65-F5344CB8AC3E}">
        <p14:creationId xmlns:p14="http://schemas.microsoft.com/office/powerpoint/2010/main" val="10670796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2B0932-CB3E-406B-887F-C70E6BA5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1.3 서비스 핵심 기능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BD3B1-70AE-49C0-8F23-C69F9C48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F18EF-0F0A-42DA-A812-809A24E8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953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8EAB1-10FA-4417-B0A2-4772C28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7B1C4-B692-40BB-B09B-6308C57F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일반·소셜 로그인</a:t>
            </a:r>
          </a:p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약관 동의·계정 복구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2F942-E9B8-4C64-A9CD-258C6EA5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71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264795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B5842-225E-49B0-8F7A-FF30A8B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38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2E7CD-B9F0-4DDF-A98E-12DDEC10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987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PDF 업로드</a:t>
            </a:r>
          </a:p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위험도·체크리스트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71FA5-B0D5-4716-A7DD-9814479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71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8006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4DB68-28FE-4DCA-8C33-7B6ADFED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38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D31A9-9BA7-414D-A80A-B0EBD74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987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페이지 하이라이트</a:t>
            </a:r>
          </a:p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관련 법령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9A9D7-5986-4244-8DC1-D8C83616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695325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8CE31-167E-4BCC-91DC-EF33328D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행동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5CDA7-EA46-4EA3-8F7F-5A3CF5A1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987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대체 문구</a:t>
            </a:r>
          </a:p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PDF 리포트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2044F-1E6E-4114-8119-0228EA57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71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91059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5EF8D-521B-4509-92BE-ABB1FF75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38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86341-2BC7-4353-A175-72CB1953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987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노동법 RAG 상담</a:t>
            </a:r>
          </a:p>
          <a:p xmlns:a="http://schemas.openxmlformats.org/drawingml/2006/main">
            <a:pPr algn="l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상담 이력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2114550" y="49244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AFC71-60D2-44EE-98A9-8C1EEAC8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2E5EC-045A-473B-8C61-B700E1D3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 선택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162425" y="49244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544205-6801-4F56-98B1-28E03BEF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767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41F4E-26EC-4C6E-A444-9440C7DE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733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시작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6210300" y="49244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EB9ED5-BC7D-4723-80C7-D54B8243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3395FB-22B0-4DF1-9704-FA6DB254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검증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8258175" y="49244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D4A1FE-0D9A-46DC-90BC-76A3D806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6F098-4D78-46B1-9508-DEB68B38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733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 확인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A874DF-655B-400F-8F19-D42A4270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767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1039A7-0734-4B25-91B3-849A2BE6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33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상담·리포트</a:t>
            </a:r>
          </a:p>
        </p:txBody>
      </p:sp>
    </p:spTree>
    <p:extLst>
      <p:ext uri="{BB962C8B-B14F-4D97-AF65-F5344CB8AC3E}">
        <p14:creationId xmlns:p14="http://schemas.microsoft.com/office/powerpoint/2010/main" val="7058423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2BC2C-DD72-402E-9281-0690FEE1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1.4 기대 효과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F6DEE-4AB9-4AC0-A795-2A7B0EC6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87BCB-6A74-472F-AA10-69FEFEF8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검토 효율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2162175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032A2-E480-4CC6-A012-CB0C2813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3543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반복적인 조항 확인 자동화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우선순위 제공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DC86D-0A6F-4E6B-9A5B-52D8CFF2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66875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설명 가능성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324350" y="2162175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D2386-FDEC-4803-A165-74C9F70C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9825"/>
            <a:ext cx="3543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원문·페이지·법령 출처 연결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판단 근거 추적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710B5-F32B-40D6-A9D5-797F0E56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66875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서비스 확장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153400" y="2162175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ACFDC-5199-4BEA-8DD9-E9E504E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9825"/>
            <a:ext cx="3543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이력과 상담 이력 축적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배포 가능한 법률 AI 기반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9B842-2ECF-4BD3-9D22-409F5881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기대 지표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1C4CB-2683-4F11-940B-C6902D7E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863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완료율 · 출처 일치율 · 등급 분포 · 상담 응답 성공률 · 회귀 테스트 통과율</a:t>
            </a:r>
          </a:p>
        </p:txBody>
      </p:sp>
    </p:spTree>
    <p:extLst>
      <p:ext uri="{BB962C8B-B14F-4D97-AF65-F5344CB8AC3E}">
        <p14:creationId xmlns:p14="http://schemas.microsoft.com/office/powerpoint/2010/main" val="12468202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9F5E65-6C51-4D40-8689-88850BE3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2.1 정책 정의서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1B76E-19AB-43D7-99F0-81216177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E5FA6-34B7-4E07-91FA-34BC84A7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3C8EA-D7A5-4A4E-B40D-BCF6BD01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정책 영역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F50D3-691F-42FF-8253-D47DC2D7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476375"/>
            <a:ext cx="561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08DFD-A53D-4D97-87E8-7AAEA809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811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정책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FE11E-7689-443C-B2E5-403FB4A7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76375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F1131-CD70-49FA-9EE3-16799A86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811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적용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1A3A2-7E2F-4869-BC6B-D9933E42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8BC6B-8F72-46EB-ABD2-54437C24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회원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7CE20-D647-475E-BD08-C18946E4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66925"/>
            <a:ext cx="561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65368-4BCE-44CC-B49B-26BB872D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526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 약관 동의, 이메일 중복 방지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4D524-AC57-43EC-B659-DE25E21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66925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22F75-E6FA-4A52-968C-C063A891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526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서비스·개인정보 동의 버전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DA896-7863-4F4A-A454-BF1D5CA6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574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8E9D1-9B16-4C61-A5EB-774648D4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인증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8041C-74C7-485F-B866-A2C520AC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57475"/>
            <a:ext cx="561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97899-9DEE-4852-AAB4-E832EDCB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432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JWT 기반 접근 통제, OAuth2 연동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987E1-B7A7-490B-BFB4-BCCB0D0E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57475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3F1F2-D34F-40FC-BC5E-396130F7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보호 경로는 로그인 필수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7F0D9-CB91-43AB-86EC-4C6F850B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480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F4EFF-214D-426B-B188-009CC4D3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파일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57FF5-9FDA-4D3C-8B11-4DCDEF9C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48025"/>
            <a:ext cx="561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C89B7-E3D6-473E-A371-C0EF4267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337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1개, 10MB 이하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B7E2C1-B006-4C50-A105-9290D7B3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48025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3F598-5DE3-46DF-ABF7-FFB8EA1E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확장자·MIME·매직바이트 검증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2F4347-F85D-4B9F-9676-05934295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385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C12187-BFE2-468C-AB8B-8BA01747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분석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F2701B-BCFC-47F7-AB7A-10CB2A37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38575"/>
            <a:ext cx="561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1C752-FD9A-4C24-A5DF-3224E77B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243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위험·검토 필요·안전 분리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C8596E-7B02-4468-AD09-6204F156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38575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EB9308-75D9-43BF-9E13-D97EDE39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243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검증된 조항으로 점수 재계산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7EC6EC-1D5D-4871-A83B-645155AA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07DC0E-0D8F-4A48-9E30-6F016B3F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개인정보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F36FB1-D9E1-4D13-B5A5-60073ACD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29125"/>
            <a:ext cx="561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2E80DB-AA89-49B9-A62A-AD6BC04E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148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회원 탈퇴 시 관련 데이터 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DED2A5-C1C2-4212-AB50-4F83D44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29125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9A4EB9-B6E8-4B3F-B7E0-0A21BACA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148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계정·계약·분석·상담 이력 범위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BD4FBC-B1C6-44C4-B9E8-1C1C37CA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96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4A866C-2EB9-4D8A-977D-BE4BAB9F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면책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09788C-2EBC-4134-8C1B-6FCF12F1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19675"/>
            <a:ext cx="561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8160D2-048D-4150-898E-5F0702C8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054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참고 정보 제공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E7E9E8-35DA-4CA5-8A5A-02DC6EC9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9675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010EB8-8DF6-4E55-A389-59CA8472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054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법률 자문·법적 판단 대체 금지</a:t>
            </a:r>
          </a:p>
        </p:txBody>
      </p:sp>
    </p:spTree>
    <p:extLst>
      <p:ext uri="{BB962C8B-B14F-4D97-AF65-F5344CB8AC3E}">
        <p14:creationId xmlns:p14="http://schemas.microsoft.com/office/powerpoint/2010/main" val="16876067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D43993-BB71-47B6-AF98-90441D91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2.2 요구사항 정의서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04092-320B-4038-B8C6-CD670FC6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ADB0F-A679-4D6D-9A71-0DD866E7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32391-16DD-409A-9252-325F2AD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DE5CF-FF15-46C7-A3D8-D70E90E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28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EA169-6DB3-4B85-B3B6-C62C7AC3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335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301F0-5682-49F6-872D-CDC9EB06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287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9405A-614E-45D1-9680-09F34749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335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요구사항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35DD3-CD64-47C7-8DBE-B1F8D8E6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28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4CBBE-FAB0-42C0-8B17-A9B0DB5C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335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223D6-EFF6-4997-A0DA-82BB98AC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FE8D0-AA2C-41D7-9168-D875596A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FR-01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50135-E8F9-47AD-AC3C-A25993DF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812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D3900-68E3-463F-8B8A-D1EC34D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669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회원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8DA7F-8DE0-4EC8-98B0-342958C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812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7DB1E-C202-4BCA-A4DC-8665897F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669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가입·로그인·소셜 로그인·계정 복구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2CAE5-95E4-4824-8E91-DA4D0974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812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690C4-66D7-41B6-AB61-DFA7FA26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669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D7F5D-3A72-446E-9E29-050B264D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4AA3B-C17D-40B7-9632-C2AF630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FR-02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EC2D8-0580-4268-9E2C-B8BBDCB3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91DF2-E9CE-4D9B-8252-5DAB65E4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193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FC12A-603D-4927-A3C7-C2A5C61B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5D371-9402-46C5-B15E-7F6DB47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업로드·조회·삭제·원문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CA1D8-CB41-448B-BCC3-F6FA4912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336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E1A67-53C3-4F6C-B687-A726B466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193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7E2A9-0346-4D6D-9979-6BFADD7F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B9E24F-A576-4DBF-AA64-F303C824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FR-03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378D8D-C1BF-449D-9D3F-0C5F0E70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7FD0CE-C220-4A11-8D78-2D699FEA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718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A5F593-F483-499E-9AB8-BE016803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861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9D4AB-EB22-4D58-9B0D-692D499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718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조항·체크리스트·위험 등급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F5107C-C1E7-423B-B10A-EA93EA8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861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C8F84-E2D8-4947-BD11-D43DD331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718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E3DB42-4F6A-4D12-B3D6-3BD8709D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6D268F-1D26-4BFA-A6BF-4E940464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FR-04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E10771-8582-42AF-B421-7C418C7A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1821B6-A7D5-4F9C-9CD9-4E9BB1ED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242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ECA7A0-5C46-48A0-88FD-E5A248CB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58CD10-F05F-4B07-AD88-292DEB53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242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페이지 하이라이트·법령 출처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98F5D5-75F8-42D8-97D2-EAEBD887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385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231474-0AEC-457D-9BC7-E9871834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242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D295BA-569F-40D8-B7EF-97E4F4AE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CAE31C-0843-491A-8A2E-2FE1B9CF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FR-05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B4D91E-A879-43CF-9237-2FE7E3F8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250A3D-9748-4BED-833E-0C4C4FF6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767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1758F2-C2D6-464C-990E-1FEFFE6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910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0228FE-56CF-4964-AE31-FEBACA46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767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대체 문구·질의응답·PDF 리포트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909E50-13E7-412B-887B-5E4584D8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910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C37C3A-9F8C-4DB7-AE2C-F4229B29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767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A3614A-5A82-4A6F-B502-EDC66F1A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4E72F9-2403-4330-8786-ABC7C5F1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FR-06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2097DC-0F58-40CA-9224-471EE3A4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43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13CAD3-7E09-4281-873D-D8A81C59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291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72C814-44E3-4692-B681-103678B8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42FDF9-09A2-4596-BACF-2549B1C3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291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노동법 RAG 상담·이력 저장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0FEC4B-912E-485D-83E0-9FB3CC91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43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4356AD-09C1-43D7-B268-04BCB1F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291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6D496E-8711-4C22-B9C9-2AEA818A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34EA7A-6BD4-4D0A-B4BF-5817CAB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FR-07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929899-16FC-4E1F-BE98-78EFB5BA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59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E71D0F-E4D9-4A3F-9C92-BFA0B0B4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81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마이페이지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40CFF6-7F36-4F3E-8A17-7AF2798D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959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AAFDBF-C402-4662-BAE4-ED24777D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816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회원정보·분석 이력·상담 이력·탈퇴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2D725A-7C03-4D57-B767-3AF6F80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959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C67102-E91F-41ED-B0C7-655FD4BA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81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6993848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0C511-FC95-44CB-9472-8910FC6E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2.2 비기능 요구사항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9F3EE-3D6D-43B4-B5B3-CC02DB74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4735A-F72B-4FC8-9495-21810F72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보안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201930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3006A-DAFC-428C-AFAB-6AFFFC22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35433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BCrypt 비밀번호 해시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JWT 권한 검증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소유권 기반 조회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비밀값 환경변수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BEC35-53F2-4292-95F8-782FE78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성능·상태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324350" y="201930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6AC5D-3F82-4408-B4C2-C39469E7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35433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비동기 분석 실행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상태 폴링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취소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 영역 스크롤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484C1-6B8B-4220-9134-A2C8E552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품질·운영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8153400" y="201930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1EBDA-2993-4B34-BC3D-7F49FF34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5433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출처 일치 후처리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SAFE~HIGH 회귀 데이터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법령 corpus 해시 검증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오류 메시지 표준화</a:t>
            </a:r>
          </a:p>
        </p:txBody>
      </p:sp>
    </p:spTree>
    <p:extLst>
      <p:ext uri="{BB962C8B-B14F-4D97-AF65-F5344CB8AC3E}">
        <p14:creationId xmlns:p14="http://schemas.microsoft.com/office/powerpoint/2010/main" val="3024833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F2FD26-BCE5-4523-A682-6B291CF4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2.3 기능 정의서: 회원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C52DB-FD82-44C0-A6DF-BAD166D0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35046-F84A-4E55-8653-7AC26BCE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36039-2730-480A-9DD4-F431ADEE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E2CC6-0BFD-47BD-A555-7980C682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7162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8EAC2-EFE6-4339-8207-DAEAF71F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764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DAAC9-0C98-4722-B272-7339121F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71625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1DDD4-BCC8-4992-B2AE-4F6918A1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89953-379B-41E6-B372-39CF4F90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7162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B9051-D6F3-4F61-B965-3EA511CC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817E4-CC16-43A0-BF54-C7A10475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3E7DA-DA2C-4E0F-B604-9551146E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회원가입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42070-244D-411B-893E-27036B0A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383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9280E-E943-4EFC-9708-ECC20C59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24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이름·이메일·비밀번호·동의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92F8A-BDDF-46BC-913A-CEC11759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57310-0DF2-45EC-ACE3-FD59731B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중복 확인·BCrypt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C46FC-836A-43DF-B866-3C8D178F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72721-ED69-4D71-BF53-E668804C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회원 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7F717-8D6E-4F6F-94E1-1031D74C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0512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E2D12-084B-48CD-B105-CC9BA848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로그인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71B72-EBCE-41AD-9BD8-2DB80503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1D9B5-3321-4F10-9110-4CFAB64B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90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이메일·비밀번호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EBE9D-994C-43C6-BCBF-A0B15E59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05125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239ED-30B5-444C-B5B2-EFF1ED5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인증 후 JWT 발급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E6522-44D6-415B-8563-D2A3C9A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0512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E23FD-6888-4239-B01C-DFB297F8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세션 시작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379EE4-7450-41E8-96AD-BD9DFB6C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244BDD-ABAC-4C09-9F3A-C0176D02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소셜 로그인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7B0C4-E250-498E-8614-732BD3C7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718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7766D2-27B3-4B5D-B508-831DD96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576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Google·Naver OAuth2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042DEC-9067-417C-B30E-648CD072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71875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4BBDC0-F57A-4A1B-B24F-87A9F547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576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티켓 교환·계정 연결·동의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5BE25B-2E02-4ABF-A866-18308FC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718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0B1C6-956A-45AE-BFA8-0DF5AC37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576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JWT 발급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F6103F-787B-471F-B362-75FA80C9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A2A42A-AC95-422B-BB26-17F5C4A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계정 복구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C1B1D4-AB76-4382-99F4-B296C488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3862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682358-5C9A-4A3B-A8F1-7F7F37C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243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이름·이메일·재설정 토큰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8D3CD0-5158-4515-B228-4377E58E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38625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5180EE-C39D-4B3B-AA69-73669C93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243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메일 발송·만료 검증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4ABE85-27D6-4E06-813A-61CE1C9D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3862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03845F-2D76-4DDC-B216-3367AD20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243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 안내·비밀번호 변경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313184-7C7C-4E77-8229-E375EEB8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0537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CA902E-174A-45ED-8798-FFA814D6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마이페이지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ED2DF8-1CA3-48DB-9CEC-ADF4C2F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053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7D828C-94B5-4EA9-853D-5544DB21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91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수정값·현재 비밀번호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58F94B-3C63-4AD8-9488-D5B52EEA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05375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5F6F2C-1645-420F-91FF-19962E1C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권한 검증·이력 조회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CEDF11-D986-42C6-89BB-463944DF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053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A46F1E-0FAD-4F3A-9F52-19BECFAB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91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회원정보·이력·탈퇴</a:t>
            </a:r>
          </a:p>
        </p:txBody>
      </p:sp>
    </p:spTree>
    <p:extLst>
      <p:ext uri="{BB962C8B-B14F-4D97-AF65-F5344CB8AC3E}">
        <p14:creationId xmlns:p14="http://schemas.microsoft.com/office/powerpoint/2010/main" val="1135143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103C30-4040-4843-BA38-D37B19E8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2.3 기능 정의서: 계약 분석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C9AE9-CABA-485C-92B3-E22F6C69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9005F-A4D4-4260-8754-A4344E66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85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0880D-0D1A-4C33-A5DD-4ED32147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66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단계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22578-07E3-44CF-88BB-08A6647E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95949-6CFA-48AF-9CE7-93E7477D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33525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2EB82-7DAD-4405-82B0-D2403450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2875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06921-1F51-4DF3-81E2-3288A827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33525"/>
            <a:ext cx="523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핵심 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74D16-5DAA-4B46-A36F-F6769C77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28750"/>
            <a:ext cx="2667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61C84-0B99-4964-AF68-8B9DBC6D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33525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예외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3E27E-2759-404F-B8E5-0F2513D2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85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C9274-D19A-4EFC-9139-5AC320F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995D7-ED3E-4835-92F9-AC29FDFB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47875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6AF02-C417-4AE1-B915-E69452ED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33600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03AC5-F5F5-487B-A5EA-21126BA3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4787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D7A9B-2C06-41B8-A9CB-60DB10C1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형식·크기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B2F00-1289-46C4-8178-7C9877FC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47875"/>
            <a:ext cx="2667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CB41D-3A18-4D78-984F-697B87ED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1개·10MB·PDF 제한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82E6B-B1CA-461F-BBBA-EAC67E7F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85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A6309-9040-44AE-9287-89247A6A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56F4D-23CC-4C62-86AD-0A3241D9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57A06-91B6-4D3D-986A-B97006D6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업로드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D1407-1C83-4C89-A6FE-FCD61487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F4D9C2-AF9E-4D28-8768-71948611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52725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소유자·파일 메타데이터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65109-1710-4F42-BFF3-A1D06210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667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1302BF-3F3C-442B-B28F-CB53A104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52725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UUID 저장명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63FCB-6E7D-4E0A-B70C-DBE52CC9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86125"/>
            <a:ext cx="85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2E71F8-3B4F-4D8E-AD6A-E64A1CB1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E25469-9EA2-4232-AC7B-AEC9EC5E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86125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83655-43A9-4400-BE50-01D023B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71850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B4A247-55C2-45F0-AFD4-FCCE8747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8612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671802-7E6A-4E02-A212-43F84017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71850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텍스트·페이지 좌표 추출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6D937E-A91A-430D-AFA6-D6173A9A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86125"/>
            <a:ext cx="2667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BC88D8-BB0B-425C-BB90-C7817633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텍스트 PDF 우선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F87A84-FF04-44E9-B881-FCEDDBFB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85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13680F-9190-4796-96FB-0704F621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A64BAA-CF53-4DEC-8D1B-7FEF1807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052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52A8C2-2A42-426B-AAF1-CD6EE593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판정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8BC494-C938-44CD-83CB-A219F2DC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0525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310D6A-24DE-42E3-9B92-B086E1C0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90975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규칙·의미 구조·LLM 상호 검증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0DD5E9-A4AF-4313-9416-3F3BE168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2667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6701D9-80A5-4765-8488-33A0AD19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90975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낮은 확신도는 검토 필요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D7D58A-59EB-44CC-887B-E0075DB1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85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1014AB-35E1-4FA1-B5FB-3C7F4C36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082A49-6406-458C-A733-B4827305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24375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DADB0E-F539-45C1-9163-5DB6FAC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FC2C17-0033-4FB6-995A-A041C534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2437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693886-55B8-4992-9CD2-CF8AD510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10100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요약·등급·체크리스트·출처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F0050E-C0B2-4D4E-9C23-A2894776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4375"/>
            <a:ext cx="2667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1AFFD1-CE3A-490F-9CB7-98890580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1010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중복 위험 병합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3139F5-AE5A-4A4B-A7DC-D2689399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85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992743-D40F-41AB-ABE1-6A14FC06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D6479A-8C74-4342-9F85-0C0D4893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830EB0-AC86-43FE-9731-D480C194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29225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행동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B1AE8F-8CE2-4090-81E5-1B52EAFA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4350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0D1A80-EE45-457B-990B-38EFF6BE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29225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질문·대체문구·리포트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1782E0-CA5A-4214-B973-9E33CB19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43500"/>
            <a:ext cx="2667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45EDB9-1E73-4A2F-A032-DFDC8F8B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29225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취소·재분석</a:t>
            </a:r>
          </a:p>
        </p:txBody>
      </p:sp>
    </p:spTree>
    <p:extLst>
      <p:ext uri="{BB962C8B-B14F-4D97-AF65-F5344CB8AC3E}">
        <p14:creationId xmlns:p14="http://schemas.microsoft.com/office/powerpoint/2010/main" val="8158605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9EEE1-16EB-4A77-8E56-F7F4E718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2.3 기능 정의서: 노동법 상담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D8D37-53F8-4A2C-8F8E-2514D76F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114550" y="25431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95431-9547-4382-BF6F-23E3D11B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A13EF-EB1C-44A2-8860-B428630C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질문 입력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162425" y="25431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1F0FA-05B2-41AE-933E-671DD7F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95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7F8A1-44BE-4B92-AE3C-BB06FE50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52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범위 판정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210300" y="25431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CA76B-0C87-4413-8001-32BAC454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6490C-8CD1-4FE6-BC5C-1C555BEA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법령 검색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8258175" y="25431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7B628-2803-45A5-AA62-3108513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95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9CA8A-DEE0-4466-AFB5-8069C418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352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D7888-1C8A-4114-A01D-7FD454BD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57468-710D-40AE-804B-40E8F648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답변·이력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AA702-7851-4F10-97F1-20D5D699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검색 정책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95300" y="42100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FFEEE-82F5-4434-AEED-7E8421AC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3543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현재 질문과 후속 대화 결합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관련도 기준 미달 제거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C01C0-24A8-4651-8B98-209293F3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생성 정책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324350" y="42100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AE580-FD48-4AE6-B321-D541B2A9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57700"/>
            <a:ext cx="3543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 부족 시 LLM 중단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결론 우선 답변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31493-F3F1-451B-82D4-530C3F67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출처 정책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8153400" y="42100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0EAC2-186A-41B6-ABF6-49F39664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3543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답변이 실제 사용한 법령만 표시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문장·인용 일치 확인</a:t>
            </a:r>
          </a:p>
        </p:txBody>
      </p:sp>
    </p:spTree>
    <p:extLst>
      <p:ext uri="{BB962C8B-B14F-4D97-AF65-F5344CB8AC3E}">
        <p14:creationId xmlns:p14="http://schemas.microsoft.com/office/powerpoint/2010/main" val="176363871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17BB69-4718-417F-BF47-1728F8EF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3.1 기술 스택 및 개발 환경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9D7EE-C6D4-4085-A796-374B3A37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2FC55-E743-4309-97BF-15C6E1E9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953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46F86-D388-4B9C-8522-4F4E73AC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· Vite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2A6BA-A407-46A2-A279-C7693344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24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264795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B8CC2-761C-4180-8ABC-227490DE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33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Java 17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Spring Boot 3.3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Security · JPA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78351-5D65-4F86-A8EB-59BA5EF2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24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8006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ABF98-39EB-4932-B905-2AB7A292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33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· PyMuPDF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LangGraph · Ollama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E58FB-E7CE-4DD9-9A0B-E5154A35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95325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F98A9-4EBB-44D5-BD2C-8249633A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MariaDB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ChromaDB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Ko-SRoBERTa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3B031-5C67-47AE-ACDA-4DC42470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24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Tooling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91059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DD458-9F29-48D8-B56C-FDDE7076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Maven · npm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Pytest · JUnit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B839E-67AB-4308-A36D-2BC9F2BD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1066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E1067-C106-4B9F-BDC8-ED6A8232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로컬 개발 포트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C81FA-30AC-480A-898F-B2312CAF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9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5173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90A19-9FA2-4C2C-B88B-DB742BF9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9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Spring 8080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4E1E8-326E-48BE-99F6-CFAD2909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8000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D0684-E123-44C9-993A-EAEA7616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196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Ollama 11434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3EFBE-E209-4F07-BE37-14B21F19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환경변수: DB · JWT · OAuth · AI URL · Ollama 모델 · 국가법령정보 API 인증값</a:t>
            </a:r>
          </a:p>
        </p:txBody>
      </p:sp>
    </p:spTree>
    <p:extLst>
      <p:ext uri="{BB962C8B-B14F-4D97-AF65-F5344CB8AC3E}">
        <p14:creationId xmlns:p14="http://schemas.microsoft.com/office/powerpoint/2010/main" val="12035036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848C3-F096-4E2F-9559-75686CC9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3.2 시스템 아키텍처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9EA02-3D54-45A2-9A50-DA4233FD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571750" y="30480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563EB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6096000" y="30480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563EB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9525000" y="30480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563EB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40DCA-E727-4475-8969-316D0D6C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46274-41CF-4C5E-82F8-B2719B35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22D86-B34A-4582-9E0E-54614690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화면·입력·상태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78EE3-CCA5-45DC-A594-20E057DA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98D87-33CE-4252-B789-22A6DC3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19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88C71-5CCE-4391-B280-A378483A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95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인증·권한·파일·DB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94848-12DB-44CE-A086-EFA88E63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C8BDF-477D-491A-97E4-E2A7D07D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19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6878D-4044-4485-A73B-734F808F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PDF·규칙·RAG·LLM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0F404-8E1D-4220-A467-B1BE5CE7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81250"/>
            <a:ext cx="952500" cy="1333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A9C2D-E934-4F0E-95E1-36B49E85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19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2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C8E09-4AF8-494E-A458-587D9BC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095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25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구조화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4E89F-03D0-43F3-A732-29F089A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F9C21-0742-41C1-9E64-A73DC616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D7F70-1DBB-4F86-9D5F-E841C34B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292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회원·계약·분석·상담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32BCF-91E1-4234-8800-2D8A4F81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49D1D-6AE0-4987-9521-8FAA0D7A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19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ChromaDB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FC41A-7CA7-4268-9AF9-6D6D86FC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법령 벡터 인덱스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5048250" y="371475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8477250" y="371475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14517212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584B7-FBD8-49B6-A075-E7AF1E63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3.3 사용자 흐름도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75F7A-8472-4797-B409-3FD9DDE9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114550" y="21621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C6D24-3C02-426A-8E9D-C7B40454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96992-2AEC-47FE-A150-47FBC42F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메인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162425" y="21621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BA4E4-EDF1-477C-86B2-216F599F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714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8732C-CD6B-4A81-B6EC-24CA438C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71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가입·로그인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6210300" y="21621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C8374-E5AE-49E3-BDB4-03FD68A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66639-300B-4BE4-AA78-9DB8D47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71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업로드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8258175" y="21621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7E2CF-1445-42F4-9104-5CE84FD2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14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3BCCE-34D6-48DB-A14D-1E2ED403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971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7CE8B-F894-4889-B003-8AECD77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14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70944-E1EF-41F7-8DBF-8F7E0452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71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 검토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9496425" y="26098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5400675" y="356235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C5A0E-3030-4538-ACBB-2D8E2507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63E0D-011D-461F-B7BD-8C7AB52D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노동법 상담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9496425" y="356235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034EC-6867-48F5-AD30-9074B82D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88395-F01A-4DBC-A6D3-8AF1FB2E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053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마이페이지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9F6FB-6134-4F50-B37B-5EB98B14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보호 경로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7CD54-FB0D-4BC5-97F4-9C8B4409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/contracts · /legal-consultation · /mypage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07DC0D-9A2F-4912-B06A-74ECB6FC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비로그인 사용자는 /login으로 이동</a:t>
            </a:r>
          </a:p>
        </p:txBody>
      </p:sp>
    </p:spTree>
    <p:extLst>
      <p:ext uri="{BB962C8B-B14F-4D97-AF65-F5344CB8AC3E}">
        <p14:creationId xmlns:p14="http://schemas.microsoft.com/office/powerpoint/2010/main" val="197253413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07E660-76A6-45E3-8465-0076374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3.4 메뉴 구조도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0EBF7-D27C-4AC7-B06E-8873F3D1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6096000" y="1762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1524000" y="2381250"/>
            <a:ext cx="914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BDD29-3AD1-4E2A-B31F-D207AA80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906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447800" y="2381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652D0-311F-49B8-93F5-3D42224A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051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E393A-10B6-4EB4-BBCA-50FF1054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메인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F42C9-AF2F-434E-A9FC-174C3EF5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서비스 소개</a:t>
            </a:r>
          </a:p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시작하기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3695700" y="2381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67C34-0793-4CC7-96C4-547F174E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051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C108A-15C0-4588-B267-49ABC0B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43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회원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6F830-FD08-4DA4-BECB-8BEB16EC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1475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로그인</a:t>
            </a:r>
          </a:p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회원가입</a:t>
            </a:r>
          </a:p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계정 찾기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5943600" y="2381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17433-4EC3-4105-93FE-CB576093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051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56489-8CD4-44CF-8E68-FF82FA8D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143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계약 분석실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27ADD-5F99-44A2-A328-D0B4A7A2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업로드</a:t>
            </a:r>
          </a:p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분석 이력</a:t>
            </a:r>
          </a:p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결과 보기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8191500" y="2381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8AD51-364B-4592-97A5-BE91F125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2A940-9CCF-4667-B97C-08676F5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노동법 상담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27F73-FDCE-4EB1-A497-ACF47BAE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대화</a:t>
            </a:r>
          </a:p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출처</a:t>
            </a:r>
          </a:p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상담 이력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10439400" y="2381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A0839-DF78-41D7-AB6D-8E458B19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051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AA8DE-4D06-4B5E-9199-2B61B79C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43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마이페이지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5F3D4-14C5-4C21-A2E9-D2845332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1475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정보 수정</a:t>
            </a:r>
          </a:p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분석·상담 이력</a:t>
            </a:r>
          </a:p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회원 탈퇴</a:t>
            </a:r>
          </a:p>
        </p:txBody>
      </p:sp>
    </p:spTree>
    <p:extLst>
      <p:ext uri="{BB962C8B-B14F-4D97-AF65-F5344CB8AC3E}">
        <p14:creationId xmlns:p14="http://schemas.microsoft.com/office/powerpoint/2010/main" val="18895035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E7A4F-BE24-4310-B6FC-36B2E1C8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3.5 API 설계 원칙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522A5-02D0-44CE-A2C7-C5A1F11A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8E910-9453-4F4E-B027-0540EB3E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경로 규칙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21145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083D9-1E36-4F1F-8465-E5C62CFF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3543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외부 API: /api/**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내부 API: /internal/v1/**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리소스 중심 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FB638-EEC8-4762-A81C-A927984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인증 규칙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324350" y="21145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3B1F2-AFEC-450A-87FA-92F1835D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3543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JWT Bearer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Principal 기반 사용자 식별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 소유권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88CF5-3843-417A-9B4F-113C0F73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응답 규칙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153400" y="21145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7DFC0-4178-4FE3-B156-46A5D0B2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543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 상태코드 구분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JSON 오류 메시지 표준화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비동기 분석 상태 조회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F880C-777C-4ED1-9638-16ED4DC2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0668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104CF-0CE4-40BE-9EF7-1B873526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브라우저는 FastAPI를 직접 호출하지 않고 Spring Boot를 단일 서비스 진입점으로 사용</a:t>
            </a:r>
          </a:p>
        </p:txBody>
      </p:sp>
    </p:spTree>
    <p:extLst>
      <p:ext uri="{BB962C8B-B14F-4D97-AF65-F5344CB8AC3E}">
        <p14:creationId xmlns:p14="http://schemas.microsoft.com/office/powerpoint/2010/main" val="10615128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86239B-C63B-4AB0-8BEF-DACAC90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3.5 API 설계: 회원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41B57-5AD2-4FBD-991D-86CA6240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316F6-E7F4-4357-A89C-63B9AD72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1F7A3-6512-4153-AE94-3DB52C56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95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ABA38-DEBE-4097-B0C0-5F1682AB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76375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138C3-5EEE-4EE8-980A-6491DA3A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58115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10A37-05A1-4382-B43A-2CAED8FC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76375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8AF3D-E857-473F-9425-ED085135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8115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B68B9-C4BE-413E-901F-290D6EFC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476375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E0ADB-A524-49A2-9B44-C7B08055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81150"/>
            <a:ext cx="95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인증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35F1-AE5F-4944-9EF0-8576DF82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89881-0C33-48AF-BB8C-7921098F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E9B07-DCCA-4F1E-A672-F8393D21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95500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5749F-A4F1-4C6C-98C3-0EA2E63F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81225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/api/auth/signup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97051-88BF-41AC-B73E-5983D2F2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11F51-2073-458B-A974-D109B13C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81225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 동의 기반 회원가입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09273-1CBC-4A17-BD66-F547D314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95500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1DBA1-46CA-46B8-A450-BC153841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81225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8A7C1-2638-4BF0-93C9-29D7F1FC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94514-8615-434F-9A28-9BED194A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69205C-C999-473A-9F5E-554774F1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14625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94BCE-E695-42E6-AE30-B1DAAB71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00350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/api/auth/login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56D37-CD2E-4BBC-B314-9448604A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14625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F17F8-8181-4728-B3B8-96A45B97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JWT 로그인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E0396-1D8D-49AE-BADA-912B8473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14625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0C00A-5A64-49B9-A548-AF6984C1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00350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135F8B-A1E1-47A5-9241-9C6854B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987818-97BB-440F-960C-815F930D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D83DA3-C10D-4352-B489-20685BCE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33750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C6B46A-04DF-40BF-B793-22BDC2FA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19475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/api/auth/find-login-id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FD8C63-057D-4577-ABD5-9B251928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33750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CF16BA-D719-4580-8789-8411FB9D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19475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아이디 찾기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40B66-CF18-49BE-8A6D-2362809D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33750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69749B-A7B3-4BF8-867F-F81E5164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19475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900C61-E23B-4929-B8A0-2349ED3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52875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5C9E61-7E8B-46DB-8A20-99479F5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9D6D1B-6A25-45B3-B87D-ED6E2272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52875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27E14D-B2AD-42E6-A5C1-8C94146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38600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/api/auth/password-reset/*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4F0C4A-15C4-4294-A767-B11286E1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52875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CEB1A2-3C62-48D7-B8A7-DDFF882A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38600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비밀번호 재설정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5ACBF8-DD93-485A-929C-B6368CEC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52875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3B934E-2415-49BF-8BBF-D34C0B1C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38600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5FDDA2-A4A9-4FDC-B585-9470D82A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DF9FB4-BB16-4269-A2E2-CA1C39DC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7725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094EDA-BB8F-485B-A384-58F34E73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419C58-CC5B-4EA6-BCBE-AE9D89E7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57725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/api/auth/oauth/*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2E7953-7972-4634-B6B6-E9034D25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72000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9C0544-816B-4302-B663-58BF2DE5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57725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OAuth 티켓 교환·연결·가입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7E5C47-B6F1-4AA8-B5F2-33206A98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72000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71DF70-BB07-40F9-B3AF-BA786119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57725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07D3B1-C16F-4042-84C5-BCB51D0C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3CC70F-B4CD-43DF-B891-733AF87D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GET/PATCH/DELETE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5CB0BC-0BFA-44A3-8ABE-D5C5B22B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91125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B12792-776E-483F-9060-22ED3D9D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76850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/api/auth/me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E7BD9A-3F6C-427D-A764-28194ECF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91125"/>
            <a:ext cx="419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D8CA4B-FF51-4B29-B6C1-CFEF4EB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76850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조회·수정·탈퇴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13B1CF-3C32-4BBE-8B0F-B052CF47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191125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3448E8-77A0-4464-88FE-FB1A4FCC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276850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62786811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591B56-6DE9-46D0-83A8-70309476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3.5 API 설계: 계약·분석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FDCD8-D952-429A-85DF-7110D762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5E315-A4C8-4121-AB1E-565E17E1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ED43B-9765-452A-8E2C-98B1927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AE52C-B888-4663-8A87-82A71918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33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52AE6-47AE-4EEE-BC88-6CC1F09D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382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B3156-F484-4D30-876B-074C118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3335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241B6-B06A-4E20-AA28-837B7817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38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4D026-9EA5-4AC7-97EE-757CFE9B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9F38F-DCCE-4B58-A7B4-95E5C0BD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POST/GET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F1990-F5AE-444E-8253-8B2C52AA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859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ADE4C-E21D-4C3B-8C61-37A8EA51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716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/api/contracts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5F5B6-9720-4723-92BE-4423FCE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859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4182B-1D39-4E3E-9B3D-0CEA13BC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716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업로드·목록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4FC30-35EA-440B-A585-97CC8DAA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7D149-2D01-4FF2-9351-D2A9669A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GET/DELETE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DCAB1-9D25-404B-928D-83BA0781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384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8DE72-A427-4399-8294-8805F4C2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24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/api/contracts/{id}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DF1CF-0F4D-4E85-A576-0D82E547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384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D4D3C-B619-4D73-B4EE-8AF0DD1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상세·삭제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A60C6-7ED0-4B00-AB30-BD5654C7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863F0-1061-45E1-9DD9-227BE6EC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3E469-BA46-4D4F-A7E8-42B5335B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908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07783-ECFE-4BBF-99C7-712B91F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765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/api/contracts/{id}/file|pages/{page}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7C26D-1C8A-4C95-8D91-BCF8204B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908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14187-14EB-48FF-9C24-09231ECD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76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원문·페이지 이미지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E17A09-D8E5-47EA-87F0-1910E51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AED5A-EBF7-4CC5-AB41-05D0EA9B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F342D7-57F0-4FBB-BC8A-02EE2EDA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433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AC260-5089-466D-9702-A1624162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290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/api/contracts/{id}/analysis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888318-048B-413B-AF28-7305F00D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D03771-2011-42B0-9AA6-EC05E3A8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290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시작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134DFC-4719-41A3-AFBB-1434C0EB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0C7B2A-09AA-4338-93A3-D3DD6020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EC6CCF-279B-4F09-A371-0B6FF4C8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957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53A102-A535-42A7-8C6C-BA0AC29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814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/api/contracts/{id}/analysis/cancel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8E4156-C83A-4760-9CE9-E7DB39D8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CC8F91-CBA8-4795-BDB2-F99CB507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81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취소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984FFA-269E-45D1-BF38-D001004A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E41381-9E36-49BD-83C9-9C8A3FC0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9B7B21-1B1D-4EF5-A773-9FB2941C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482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5C1EB5-0174-4508-A2D3-E28F2070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339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/api/contracts/{id}/analysis|status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B8C055-D5BE-450C-9646-25BE0B85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482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A9BD47-F1AF-4480-AE20-C4B7D2E4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339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결과·상태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ED6DD3-5654-4BFD-8D9B-443F441E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10055C-AFFE-4A3D-B773-E4536F42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POST/GET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72DCCC-DF26-4877-B82F-F49C09FD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006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675124-3324-4E73-BEC5-65C27874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863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.../questions|report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D4A5A1-61F0-4498-959A-A1568334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006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DA2D4C-634E-4969-9C3D-1DFF7CB9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863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 질문·PDF 리포트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02F351-99F0-4430-897D-9D3181CE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D7A4F2-1713-49FC-BEC4-43D7A712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POST/GET/DELETE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7CE501-4E2D-4F1D-988D-B3EA4294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531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47B8E3-811D-4806-ABBD-E42F1A91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388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/api/legal-consultation/*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18BF83-634B-47D4-8C96-4B0D8A95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7531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3F7F61-3066-44B8-9220-039FC19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388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상담·이력</a:t>
            </a:r>
          </a:p>
        </p:txBody>
      </p:sp>
    </p:spTree>
    <p:extLst>
      <p:ext uri="{BB962C8B-B14F-4D97-AF65-F5344CB8AC3E}">
        <p14:creationId xmlns:p14="http://schemas.microsoft.com/office/powerpoint/2010/main" val="105682797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8AB5F-BFEE-4C88-B671-962AB3B0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3.5 API 코드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465B0-8852-4EDE-B4E2-E69F2A40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722d09b564492"/>
          <a:stretch xmlns:a="http://schemas.openxmlformats.org/drawingml/2006/main"/>
        </p:blipFill>
        <p:spPr>
          <a:xfrm xmlns:a="http://schemas.openxmlformats.org/drawingml/2006/main">
            <a:off x="495300" y="1714500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EB73C-0BD1-48C3-8B1B-8FBBBC30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분석 수명주기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2EE0F-5C0B-4FA9-B1E8-65C28BD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38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분석 시작과 결과 조회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4B01C-28C9-47FF-8B06-E7A1C0F0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62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상태 폴링 엔드포인트 제공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1B885-7C39-4D46-AD43-941FD549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861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취소·질문·리포트를 하위 자원으로 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A53D9-18CF-4870-8B7A-D9109DA6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81500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99FDE-0191-4EDC-B033-B52F032A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실제 코드 기준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AnalysisController.java</a:t>
            </a:r>
          </a:p>
        </p:txBody>
      </p:sp>
    </p:spTree>
    <p:extLst>
      <p:ext uri="{BB962C8B-B14F-4D97-AF65-F5344CB8AC3E}">
        <p14:creationId xmlns:p14="http://schemas.microsoft.com/office/powerpoint/2010/main" val="31510632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8FFBA-5658-4E4B-B2E6-CBDE13AD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3.6 시스템 흐름도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4BDEA-8E42-4460-B58E-E183E767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2114550" y="19240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36252-788A-4753-BCBB-E661639A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9DD27-73AA-443A-AC26-D63A75AD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 업로드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162425" y="19240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7DE79-A7D8-4DB7-8FFC-5176934B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91D2C-26CE-494E-83BB-086057EC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33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21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텍스트·좌표 추출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210300" y="19240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8465D-E8A6-45A3-B3AF-58AF4EB8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76375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AA3EC-6624-4DC4-8718-8D85CA0F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33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규칙 1차 분석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8258175" y="19240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6B0DB-725D-4D48-B850-1880664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476375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41CE0-E111-4CA1-8F5D-5C48E78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33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법령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92B7A-9F1E-4A06-B821-CAF518B1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76375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CBA0D-0F9D-42E4-9E87-3614112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33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 상호 검증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9496425" y="23717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55AF1-246D-4FE0-B617-53FF1484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44447-CF22-4230-9EFA-AC9321CB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점수·등급 재계산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9496425" y="35718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CF7C1-BE3E-48B4-AA72-BDE4C85E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156E4-FD1F-4D6A-8C60-628BE02B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48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DB 결과 저장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191000" y="4429125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228916-B32E-4F70-8B09-FE560895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12FE9-8510-49BD-9CA9-84045E5F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14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상태 폴링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28EE8-DFEA-41D7-A329-42576E34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분기 정책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A38CC-7588-4FD8-9A00-9571255C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법령 근거 또는 LLM 사용 조건이 부족하면 규칙 기반 결과로 안전하게 폴백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BAE6D-0009-4F28-951A-FD88F26B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검토 필요는 위험 점수에서 제외하고 별도 건수로 표시</a:t>
            </a:r>
          </a:p>
        </p:txBody>
      </p:sp>
    </p:spTree>
    <p:extLst>
      <p:ext uri="{BB962C8B-B14F-4D97-AF65-F5344CB8AC3E}">
        <p14:creationId xmlns:p14="http://schemas.microsoft.com/office/powerpoint/2010/main" val="96322743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3EDAA-B73D-417C-8B7A-D4C598EE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3.6 LangGraph 워크플로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C8604-01B8-4B82-B991-2F4DD217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f35db3ee4126"/>
          <a:stretch xmlns:a="http://schemas.openxmlformats.org/drawingml/2006/main"/>
        </p:blipFill>
        <p:spPr>
          <a:xfrm xmlns:a="http://schemas.openxmlformats.org/drawingml/2006/main">
            <a:off x="495300" y="1738313"/>
            <a:ext cx="6572250" cy="3286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A0EB5-AC3F-4EA9-820B-4765AB38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상태 기반 오케스트레이션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45194-78B6-455D-B253-3C93573A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prepare: 규칙 기반 기준선 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1AB73-0AD4-48B4-B7CB-EB4FBAFD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retrieve_laws: 관련 법령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C5E64-40CC-4D61-89BF-F7D48C20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llm_analyze: 근거 기반 구조화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EF8DF-6031-4DB7-A9F1-129D7143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finalize: 중복·체크리스트·점수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A065F-B63B-4B6B-A151-8B4EDB15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3429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44081-0763-4D39-BE0F-49D31E53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101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75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조건 미충족·LLM 오류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→ finalize 폴백</a:t>
            </a:r>
          </a:p>
        </p:txBody>
      </p:sp>
    </p:spTree>
    <p:extLst>
      <p:ext uri="{BB962C8B-B14F-4D97-AF65-F5344CB8AC3E}">
        <p14:creationId xmlns:p14="http://schemas.microsoft.com/office/powerpoint/2010/main" val="17936485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C1D3D-7634-451C-B7FD-46C2F15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3.6 노동법 상담 RAG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935A0-14CF-4323-BBE7-AD238E5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ff7e2c77a4b2d"/>
          <a:stretch xmlns:a="http://schemas.openxmlformats.org/drawingml/2006/main"/>
        </p:blipFill>
        <p:spPr>
          <a:xfrm xmlns:a="http://schemas.openxmlformats.org/drawingml/2006/main">
            <a:off x="495300" y="1714500"/>
            <a:ext cx="6667500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B2C75-110B-494D-8F7C-22BB67D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상담 처리 단계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2704C-0C03-4BC8-B7DC-9B94606C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431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171B8-560C-49AC-8FD4-EF654CE3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현재 질문·후속 대화 문맥화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35C02-E22A-414B-B397-C9234A70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955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A2D05-FFC9-4397-8950-B12B28C3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Ko-SRoBERTa 법령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674C4-21B1-4D29-9A2E-0276F73A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9CF81-1E09-4E55-9DA4-FB91DDB5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관련도·키워드·필수 출처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30C2D-6134-40D7-8B10-B334357F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27451-3E15-4031-819D-AAFC202A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 부족 시 LLM 호출 중단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F2125-D55A-4940-93FB-E9BF6F4F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52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16C20-8F3E-4D90-A692-FFC4BF5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결론 우선 답변·사용 출처만 표시</a:t>
            </a:r>
          </a:p>
        </p:txBody>
      </p:sp>
    </p:spTree>
    <p:extLst>
      <p:ext uri="{BB962C8B-B14F-4D97-AF65-F5344CB8AC3E}">
        <p14:creationId xmlns:p14="http://schemas.microsoft.com/office/powerpoint/2010/main" val="139797683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CDBD0-5496-46F2-92A1-6FFD279D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3.7 화면 설계: 메인·회원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1AE00-A830-46A5-B1C8-9EC25CB7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3A7FA-1DC7-4F17-83D0-576F49A2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143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5F11-3530-4153-9CFC-7150EAD9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14B69-8CB8-4F4F-BD7E-505F2989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5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계약서의 위험을</a:t>
            </a:r>
          </a:p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근거와 함께 확인하세요.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4919D-71C6-4F41-B73F-65FE1840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0F75C-AA50-40DD-A419-E03C983F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3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계약서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F36F4-99CF-493B-AEF4-8AD6614F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143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2BDE1-7A36-44F6-B4E8-F72A0A50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51B00-D6E8-4016-B035-276F7CD3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로그인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6DEB5-C618-4470-B92C-93E5ABC3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286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888CC-F83F-43ED-8C5C-A7E497FF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908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이메일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93161-0E3B-4588-BF55-19667610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4286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08340-3AEE-4D1E-B6C6-3A5C9C07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052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비밀번호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F9CDD-15C1-4814-9DA9-0BC9834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4286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BFC7D-B035-4B72-8B4B-EE2C94C1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529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57798559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B5B5A-0237-4B73-870B-B914F9D7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3.7 화면 설계: 분석실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1A9C0-7873-42D1-88C5-9DE08298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CDD26-B582-465B-8B19-E290E7B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3333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32660-40F8-43D3-9A4A-69F528DB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 업로드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7FF99-95A3-4841-8575-933C6616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04B43-1888-4CDC-B393-ED7D44C0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선택 또는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드래그 앤 드롭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53529-042D-4279-ABA6-19A8A767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C83A5-695B-475A-8D30-72263FCD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분석하기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9A288-D7F0-4B36-A061-EC630B17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이력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2BAC8-DC59-4662-9729-0C2C582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7334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531D9-8DDD-4EA4-AD3D-42CB34EC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5F944-0324-4A2F-91DA-B9AA040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종합 위험도  MEDIUM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476750" y="2762250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B0825-2E53-443F-BF87-EE49DDB6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위험 조항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011B8-D119-42A3-8E24-936A41F1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원문 · 판단 이유 · 권고 · 안전한 대체 문구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0AA5E-C0B3-4279-A3B3-B8EEDB18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D15D8-DF33-4EC3-BD50-F40E96A9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5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페이지 보기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C0292-3073-4B60-BE6D-2EBBF8AB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B993D-1ADD-47A7-AF12-C08D225D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5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리포트 다운로드</a:t>
            </a:r>
          </a:p>
        </p:txBody>
      </p:sp>
    </p:spTree>
    <p:extLst>
      <p:ext uri="{BB962C8B-B14F-4D97-AF65-F5344CB8AC3E}">
        <p14:creationId xmlns:p14="http://schemas.microsoft.com/office/powerpoint/2010/main" val="93115534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81868-572F-42F3-8F22-6548463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3.7 화면 설계: 상담·마이페이지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67167-C6C0-4115-88EF-4055E0D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59E8E-B827-4312-9FF8-6D89A4B6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238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2AD23-BE67-451D-ADE6-9D239555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노동법 AI 상담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5EFC3-D526-449B-BB07-75A5D724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0385A-B8D4-4ABF-9509-0E6DF0BE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LAWZIC AI 답변과 출처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CD12D-6B26-478E-A31E-2AE960BD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86125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277DC-C68C-4731-BC3E-E4E8486B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사용자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C0F03-ADFA-4681-A492-52D6E05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476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A765B-747B-4CD6-A3B1-B4989C18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질문을 입력하세요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93360-2054-4FCE-A18B-86345834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89488-8E98-4EA5-832A-8E41F57F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마이페이지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64B16-E8BB-47E2-B30F-211C9C02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회원정보 수정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477000" y="2809875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2C1A4-482F-475E-B575-4C734023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이력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AE6EC-7E45-46CE-8871-AF1FAF4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 이력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4EDCF-0F38-4547-BE58-A53E4D2A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회원 탈퇴</a:t>
            </a:r>
          </a:p>
        </p:txBody>
      </p:sp>
    </p:spTree>
    <p:extLst>
      <p:ext uri="{BB962C8B-B14F-4D97-AF65-F5344CB8AC3E}">
        <p14:creationId xmlns:p14="http://schemas.microsoft.com/office/powerpoint/2010/main" val="31500263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9F183-6B23-4E55-947A-BD609C5B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3.8 논리 ERD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998CE-8DE8-41C2-BD61-C8C625F6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6096000" y="23812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1809750" y="3048000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D0C02-8AE4-47A8-9AE9-80924070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90DCE-1663-4FBA-AB90-E668738B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33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사용자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809750" y="3048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85855-C577-4F14-8474-AB6CBF3E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D1F78-5E70-4195-A4C7-713AA1EF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81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E294D-DBCC-49A9-9A8C-4E516694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381500" y="3048000"/>
            <a:ext cx="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0A5EB-5364-492D-8DEF-C06F9DF9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8177A-B420-41A0-9D39-DDDA9AD4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29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6D1A4-4E09-4A6A-914D-1AEA426B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005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1:1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7810500" y="3048000"/>
            <a:ext cx="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FEBDA-F0D6-4331-8251-37CFE68A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A6F4E-F234-4D89-A8F1-C6ED2B62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29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 이력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5852D-B435-4F8F-A5C5-B16EFA00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0382250" y="3048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13C48-E00C-4ABF-83CC-5D52E15E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72427-7B47-45AE-A1AA-8E701679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81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소셜 계정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1EAEA-322D-4EBD-87DC-5F349245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528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C0BAA-FDD5-4749-A7BD-2EFC3DD2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계정 복구 토큰과 OAuth 로그인 티켓은 사용자 인증 수명주기를 보조</a:t>
            </a:r>
          </a:p>
        </p:txBody>
      </p:sp>
    </p:spTree>
    <p:extLst>
      <p:ext uri="{BB962C8B-B14F-4D97-AF65-F5344CB8AC3E}">
        <p14:creationId xmlns:p14="http://schemas.microsoft.com/office/powerpoint/2010/main" val="17452304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AE96DA-B464-4964-B95B-D7BB7C97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3.8 물리 ERD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01193-C517-4058-9D4E-FCE6026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ACCE5-087F-4EEA-AB48-C4703D6D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B1326-E5EA-4BB0-A449-153A0FD7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C073B-8815-4903-BE94-F2669E7D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335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6576F-2F9F-45D1-9862-064CA533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email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password_hash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name · role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consent_*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5392D-22B4-485C-9926-EA421E29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BB6B1-CB87-446F-AF7C-C4000B44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74F2D-C997-4BE3-B2BA-EBD3F6F9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5335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AADB7-ED2F-4DB2-997F-1A32234B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764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stored_filename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status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uploaded_at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8E3B7-D2BA-4ED4-A8AD-57DD0CF8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B9EBC-5958-4C54-912B-03667ED6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8B02A-E05A-4817-BD91-43CD0128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335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analysis_results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8AF5F-52C2-4C26-9E9F-35CA8273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contract_id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result_json LONGTEXT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created_at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8E8AD-7896-4ADA-A966-1866C1BB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287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60972-70D8-40C9-A265-72EA3571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2875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FF768-49D7-4833-A418-989AA813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5335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legal_consultation_history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E6F5D-0CC9-4FEC-A842-6392BF07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response_json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0C937-207A-45A0-838C-07C6C75F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2E3BB-4AC6-43EC-9DFF-D1BA396B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04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EAB2-1ACA-4C5A-A896-AC4C547D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005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social_identities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0385D-4708-4D3D-B959-5D58435B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provider+provider_user_id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3E7A1-DDC5-4E44-9EAD-3CCCF748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957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AFEAA-D950-4515-984B-3F361302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95750"/>
            <a:ext cx="304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D520D-2E7F-4E56-96C8-A991F815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005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password_reset_tokens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36EC6B-2DA2-4A96-A5BB-D72D961D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74345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token_hash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expires_at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1DCA3-ABB4-489A-802E-52350596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957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996C6-285A-4177-BB61-696D9469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95750"/>
            <a:ext cx="304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590C7B-E7DA-4586-BB5D-96748513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005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oauth_login_tickets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C062E3-0CC1-4340-80DB-E06D16D7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 nullable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token_hash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provider · flags</a:t>
            </a:r>
          </a:p>
        </p:txBody>
      </p:sp>
    </p:spTree>
    <p:extLst>
      <p:ext uri="{BB962C8B-B14F-4D97-AF65-F5344CB8AC3E}">
        <p14:creationId xmlns:p14="http://schemas.microsoft.com/office/powerpoint/2010/main" val="210538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973B9-AD5D-49B2-BB58-52ADEE3F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4.1 전체 일정 계획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F1A5B-C9E9-411B-885E-D4C8FFED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05346-B90D-4EA2-93BD-02F24EE7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수행 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4BD64-B60A-4325-B52B-A62A447A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B5F7E-D906-4645-BD01-0B8BC1C6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1C4A1-F572-4C47-9C83-E64B4CB1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B54EB-8D29-4C76-BA98-E0042534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6B755-AE02-42B9-9F7D-C45EA55C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5E4C7-7B4A-4C4A-9236-5A2C9278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020C6-2C54-4DB3-AE37-273DF738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785E0-4FF0-4E90-9157-4BE0DD1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570DC-ED32-4605-A18C-CDF2C98E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기획·조사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2476500" y="201930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37D85-1F65-44BA-A775-674BB23A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1A299-B2B8-48D8-8587-6700C48D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2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요구사항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2476500" y="251460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4E341-C833-463E-B43A-240433C7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526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4B169-803E-4D99-A3B5-A4B444C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47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UI·DB 설계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2476500" y="300990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05F8C-2227-49A5-97B1-E46F0522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479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55C7D-D6B6-45A7-8373-82941B54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43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회원·인증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2476500" y="350520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2E769-466D-46E9-B5BD-849CB7C1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432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B159A-853A-419A-9C73-4F6E4F76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38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 분석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2476500" y="400050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21253-BEA7-44EA-A328-DC015A34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9A0AF2-6E71-41B7-B513-30BD7486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RAG 상담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2476500" y="449580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9DE0AB-B568-4574-9333-CDCA51B3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672652-5EB9-4BDE-974C-309D95F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통합·보완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2476500" y="499110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29C715-DF23-428F-A91C-A9BCB96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2B9FE-276F-4AD9-A07B-6DFBDF3C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244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배포 준비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2476500" y="548640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6C294C-D70F-44B5-8310-3BA654A6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244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41B676-EB60-4E8D-A4CA-FC8C9EC4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06680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71C4DC-E32C-4A25-8881-97FE62B9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관리 기준: 주간 산출물 검토 · 기능 단위 Git 커밋 · 회귀 테스트 · 주요 위험 조기 공유</a:t>
            </a:r>
          </a:p>
        </p:txBody>
      </p:sp>
    </p:spTree>
    <p:extLst>
      <p:ext uri="{BB962C8B-B14F-4D97-AF65-F5344CB8AC3E}">
        <p14:creationId xmlns:p14="http://schemas.microsoft.com/office/powerpoint/2010/main" val="109693114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A3FC9-9BC2-4F9F-89BF-44D84B49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4.2 수행 계획 및 관리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602E6-0989-4EC7-9E74-C4EB5983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F038F-E135-4A67-9816-3707A97B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산출물 관리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201930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0C003-8369-4E76-9BB0-D176F69F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3543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요구사항 정의서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API·ERD·화면 설계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테스트 결과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배포 체크리스트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54194-FBF9-47B8-B5CD-9E48CE18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품질 관리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324350" y="201930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9466D-973E-4E9E-83EE-1096A5CF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3543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기능 단위 코드 리뷰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SAFE~HIGH 회귀 테스트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출처 일치 검증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오류 재현 문서화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1F09B-7209-4F0F-A1AA-01DF8C34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위험 관리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153400" y="201930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8265C-3DC9-444D-A40C-2C34AD44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543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 지연·실패 폴백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법령 데이터 최신성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OAuth·DB 환경 설정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개인정보·파일 보관 정책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42B7E-C12C-43C9-9A8D-CF267C3C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0668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9F2C4-C650-448E-A983-1F1E7647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완료 기준: 주요 사용자 여정이 통합 테스트를 통과하고, 분석 결과의 원문·판단·출처가 추적 가능할 것</a:t>
            </a:r>
          </a:p>
        </p:txBody>
      </p:sp>
    </p:spTree>
    <p:extLst>
      <p:ext uri="{BB962C8B-B14F-4D97-AF65-F5344CB8AC3E}">
        <p14:creationId xmlns:p14="http://schemas.microsoft.com/office/powerpoint/2010/main" val="2752355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0A909-604A-4312-A66A-B51FD1E7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30C34-96E6-4776-97D6-58AEDC0F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착수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D8F8A-4AAE-4818-A1F6-82708588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근로계약서 분석 · 노동법 상담 · 계정·이력 관리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95300" y="371475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2563E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29E37-FC14-4913-907A-D64E6865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5F662-A18E-44D0-8AF0-EEDDC5F9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설명 가능하고 검증 가능한 법률 AI 서비스의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1EB23-C84C-4D43-95D9-E3D1C292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KICK-OFF REPORT</a:t>
            </a:r>
          </a:p>
        </p:txBody>
      </p:sp>
    </p:spTree>
    <p:extLst>
      <p:ext uri="{BB962C8B-B14F-4D97-AF65-F5344CB8AC3E}">
        <p14:creationId xmlns:p14="http://schemas.microsoft.com/office/powerpoint/2010/main" val="2035209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2026-07-30T01:16:13.1500000Z</dcterms:created>
  <dcterms:modified xsi:type="dcterms:W3CDTF">2026-07-30T01:16:13.1500000Z</dcterms:modified>
</coreProperties>
</file>